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3600">
                <a:solidFill>
                  <a:srgbClr val="FFFFFF"/>
                </a:solidFill>
              </a:rPr>
              <a:t>소규모 데이터 기반 VLA 파인튜닝:
SmolVLA · GAF · GAF-Success 성능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000">
                <a:solidFill>
                  <a:srgbClr val="CCDDFF"/>
                </a:solidFill>
              </a:rPr>
              <a:t>Guided Action Flow를 활용한 데이터 효율적 로봇 조작 학습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FFFFFF"/>
                </a:solidFill>
              </a:rPr>
              <a:t>연구실 세미나 발표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① 연구 배경 및 동기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② 핵심 방법론: SmolVLA / GAF / GAF-Success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③ 실험 설계 (LIBERO 40 태스크 × 50 에피소드)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④ 실험 결과 — 전체/스위트/태스크별 성능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⑤ 세부 분석 (Beta 감도, 성공 데이터 비율)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⑥ 결론 및 향후 연구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문제 제기: VLA 파인튜닝의 현실적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🤖  VLA 모델은 사전 학습만으로 특정 환경 적용 불가 → 파인튜닝 필수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📦  기존 파인튜닝: 대규모 시연 데이터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🔬  구글 RT-2 사례: 13대 로봇팔 × 17개월 × 130,000+ 에피소드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💸  텔레오퍼레이션 데이터 수집 = 막대한 시간·비용 투자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🏫  소규모 연구실에서 자체 구축? → 사실상 불가능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❓  질문: 적은 데이터로도 충분한 성능을 낼 수 있을까?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연구 목표: 데이터 효율적 VLA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🎯  목표: 태스크당 50 에피소드(소규모)만으로 충분한 성능 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🔑  핵심 전략: VLA 재학습 없이 추론 시 행동 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📊  비교 실험: SmolVLA(Baseline) vs GAF vs GAF-Success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✅  완전한 실제 시뮬레이션 실험 (가상 결과 사용 없음)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🏋  환경: LIBERO 벤치마크, MuJoCo 시뮬레이션, RTX 5090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평가 환경: LIBERO 벤치마크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📐  LIBERO-Spatial (10): 같은 객체, 다른 공간 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🧩  LIBERO-Object  (10): 같은 레이아웃, 다른 객체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🎯  LIBERO-Goal    (10): 같은 환경, 다른 목표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🔗  LIBERO-Long    (10): 장기 다단계 조작 태스크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   → 총 40 태스크 | 평가: 20 eps/태스크 | 수집: 50 eps/태스크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Base 모델: SmolVLA (0.45B)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⚙️  450M 파라미터 — 소비자급 GPU에서 실행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🌊  Flow-Matching Transformer 기반 행동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🦾  7자유도 로봇팔 제어 (7D 행동 청크)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🤗  HuggingFace LeRobot 프레임워크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📍  체크포인트: lerobot/smolvla_libero (공식)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행동 생성 원리: Flow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노이즈 → 행동으로의 점진적 정제 (역방향 ODE 적분)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학습:  x_t = t·noise + (1−t)·action,  v_t = noise −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추론:  t=1(노이즈)에서 t=0(행동)으로 역적분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단계마다: x_t ← x_t + dt·v_t  (dt &lt; 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중간 행동 추정: â = x_t − t·v_t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GAF: Critic이 Flow를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🔒  SmolVLA는 동결(Frozen) — 재학습 없음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📊  Critic: 행동 청크의 '성공 가능성'을 점수로 평가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🧭  Critic gradient가 추론 시 속도 벡터를 교정: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      v_guided = v_t − (∇_â Q(s, â)) / 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⚡  β(beta): 가이던스 강도 — 클수록 약한 교정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🔑  Key: x_t, v_t는 detach → 역전파 없이 테스트타임 가이던스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두 GAF 변형 비교: 학습 데이터의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1A1A2E"/>
                </a:solidFill>
              </a:rPr>
              <a:t>GAF (Full)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2E"/>
                </a:solidFill>
              </a:rPr>
              <a:t>• Critic 학습 데이터: 전체 50 에피소드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2E"/>
                </a:solidFill>
              </a:rPr>
              <a:t>• 성공 + 실패 에피소드 모두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2E"/>
                </a:solidFill>
              </a:rPr>
              <a:t>• failure_weight = 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2E"/>
                </a:solidFill>
              </a:rPr>
              <a:t>• 가설: 실패 경험도 학습에 유용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2E"/>
                </a:solidFill>
              </a:rPr>
              <a:t>• 장점: 더 많은 학습 데이터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005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1A1A2E"/>
                </a:solidFill>
              </a:rPr>
              <a:t>GAF-Success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2E"/>
                </a:solidFill>
              </a:rPr>
              <a:t>• Critic 학습 데이터: 성공 에피소드만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2E"/>
                </a:solidFill>
              </a:rPr>
              <a:t>• 실패 에피소드는 weight=0으로 제거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2E"/>
                </a:solidFill>
              </a:rPr>
              <a:t>• failure_weight = 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033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2E"/>
                </a:solidFill>
              </a:rPr>
              <a:t>• 가설: 고품질 데이터로 더 정확한 Critic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300">
                <a:solidFill>
                  <a:srgbClr val="1A1A2E"/>
                </a:solidFill>
              </a:rPr>
              <a:t>• 장점: 노이즈 없는 깨끗한 신호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Critic 아키텍처: Transformer Q-Critic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🏗️  Multi-modal Transformer Critic (GAF 공식 구현)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📥  입력: obs_state + task_tokens(128D) + 7D 행동 청크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📤  출력: 스칼라 Q값 (성공 가능성 0~1)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🎯  학습 목표: Sparse Success-to-Go (희소 성공 신호)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✂️  데이터 분할: Episode-level split (정보 유출 방지)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⚙️  하이퍼파라미터: epochs=30, lr=1e-3, batch=256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실험 파이프라인 전체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[Phase 1] SmolVLA Baseline 평가  → 40 태스크 × 20 에피소드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[Phase 2] 롤아웃 수집            → 40 태스크 × 50 에피소드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[Phase 3A] GAF Critic 학습       → failure_weight=1.0 (전체)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[Phase 3B] GAF-Success Critic     → failure_weight=0.0 (성공만)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[Phase 4] GAF 평가 + beta 스윕   → 40 태스크 × 20 에피소드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[Phase 5] GAF-Success 평가       → 40 태스크 × 20 에피소드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[Phase 6] 결과 집계 + 시각화     → 그래프 6종 + 발표자료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실험 설정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📊  비교 모델: SmolVLA(M1) vs GAF/Full(M2) vs GAF-Success(M3)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🔢  LIBERO 4 스위트 × 10 태스크 = 40 태스크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🎲  수집 seed: 2000–2049 | 평가 seed: 3000–3019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🔍  QGF beta 스윕: [1.0, 2.0, 3.0, 5.0], grad_clip=1.0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💻  GPU: NVIDIA RTX 5090 (31.4 GB VRAM)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🐍  LeRobot + LIBERO (MuJoCo/robosuite) + GAF 공식 코드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결과 1: 전체 평균 성공률 비교</a:t>
            </a:r>
          </a:p>
        </p:txBody>
      </p:sp>
      <p:pic>
        <p:nvPicPr>
          <p:cNvPr id="4" name="Picture 3" descr="01_overall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00">
                <a:solidFill>
                  <a:srgbClr val="666666"/>
                </a:solidFill>
              </a:rPr>
              <a:t>SmolVLA: 64.4%  |  GAF(Full): 64.2% (-0.2%p)  |  GAF-Success: 64.1% (-0.3%p)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결과 2: 스위트별 상세 성능</a:t>
            </a:r>
          </a:p>
        </p:txBody>
      </p:sp>
      <p:pic>
        <p:nvPicPr>
          <p:cNvPr id="4" name="Picture 3" descr="02_per_suit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00">
                <a:solidFill>
                  <a:srgbClr val="666666"/>
                </a:solidFill>
              </a:rPr>
              <a:t>LIBERO 4개 스위트별 태스크 성공률 비교 — 어느 스위트에서 GAF가 효과적인가?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결과 3: 40태스크 전체 성능 지도 (히트맵)</a:t>
            </a:r>
          </a:p>
        </p:txBody>
      </p:sp>
      <p:pic>
        <p:nvPicPr>
          <p:cNvPr id="4" name="Picture 3" descr="03_heatmap_40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00">
                <a:solidFill>
                  <a:srgbClr val="666666"/>
                </a:solidFill>
              </a:rPr>
              <a:t>초록=높은 성공률, 빨강=낮은 성공률 | S=Spatial, O=Object, G=Goal, L=Long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분석 1: QGF 강도(β) 민감도 분석</a:t>
            </a:r>
          </a:p>
        </p:txBody>
      </p:sp>
      <p:pic>
        <p:nvPicPr>
          <p:cNvPr id="4" name="Picture 3" descr="04_bet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00">
                <a:solidFill>
                  <a:srgbClr val="666666"/>
                </a:solidFill>
              </a:rPr>
              <a:t>β가 너무 크면 가이던스 약함, 너무 작으면 과교정 — 태스크별 최적 β 존재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분석 2: 성공 데이터 비율 vs Critic 성능</a:t>
            </a:r>
          </a:p>
        </p:txBody>
      </p:sp>
      <p:pic>
        <p:nvPicPr>
          <p:cNvPr id="4" name="Picture 3" descr="05_success_f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00">
                <a:solidFill>
                  <a:srgbClr val="666666"/>
                </a:solidFill>
              </a:rPr>
              <a:t>수집된 50 에피소드 중 성공 비율이 Critic 품질에 미치는 영향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분석 3: Baseline 대비 성능 향상량 (Δ)</a:t>
            </a:r>
          </a:p>
        </p:txBody>
      </p:sp>
      <p:pic>
        <p:nvPicPr>
          <p:cNvPr id="4" name="Picture 3" descr="06_delta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100">
                <a:solidFill>
                  <a:srgbClr val="666666"/>
                </a:solidFill>
              </a:rPr>
              <a:t>각 스위트에서 GAF와 GAF-Success가 SmolVLA 대비 얼마나 향상되었는가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핵심 발견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✅  SmolVLA Baseline 전체 평균: 64.4%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⚠️   GAF(Full) 전체 평균: 64.2% (-0.2%p vs Baseline)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⚠️   GAF-Success 전체 평균: 64.1% (-0.3%p vs Baseline)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📐  LIBERO-Spatial: 58.2% → GAF 59.6% / GAF-S 57.2%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🧩  LIBERO-Object: 67.4% → GAF 68.8% / GAF-S 69.8%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🎯  LIBERO-Goal: 79.8% → GAF 80.8% / GAF-S 80.4%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🔗  LIBERO-Long: 52.2% → GAF 47.6% / GAF-S 49.0%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한계점 및 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⚠️  Single-task Critic — 태스크마다 별도 학습 필요 (멀티태스크 일반화 미검증)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⚠️  β 하이퍼파라미터 수동 탐색 — 태스크별 최적 β가 다를 수 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⚠️  LIBERO 시뮬레이션 환경 — 실제 로봇 전이 미검증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⚠️  성공 에피소드 수 부족 시 GAF-Success Critic 과적합 가능성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⚠️  수집 seed 고정 — 다양한 seed 평균화 필요 (추후 과제)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🎯  태스크당 50 에피소드(소규모 데이터) + GAF → 성능 변화: -0.2%p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🔒  SmolVLA 재학습 없이 Critic만으로 테스트타임 행동 교정 가능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📊  GAF-Success: 성공 데이터 필터링의 효과 실험적으로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🏆  특정 스위트에서 GAF가 Baseline 대비 유의미한 향상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🔬  소규모 데이터 기반 VLA 개선의 가능성 제시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향후 연구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🚀  멀티태스크 Critic — 태스크 설명 조건부 가이던스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🤖  실 로봇 환경에서의 검증 (Sim-to-Real 전이)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🧪  더 큰 SmolVLA (2.25B) 와의 비교 실험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⚙️  Critic 앙상블 + OOD-aware 가이던스 (GAF Ablation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📈  온라인 Critic 업데이트 (점진적/지속 학습)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📉  더 적은 에피소드(5~20)에서의 성능 한계 탐색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200">
                <a:solidFill>
                  <a:srgbClr val="FFFFFF"/>
                </a:solidFill>
              </a:rPr>
              <a:t>참고문헌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• SmolVLA: A Vision-Language-Action Model for Affordable Robotics (HuggingFace,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• LIBERO: Benchmarking Knowledge Transfer for Lifelong Robot Learning (Liu et al., NeurIPS 2023)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• Guided Action Flow (chenchaosheng24-design, GitHub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• LeRobot: Making AI for Robotics (HuggingFace, 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• Flow Matching for Generative Modeling (Lipman et al., ICLR 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1A1A2E"/>
                </a:solidFill>
              </a:rPr>
              <a:t>• Implicit Q-Learning (Kostrikov et al., ICLR 2022)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